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Eaton Corporation plc (ETN)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Visual investment deck | Generated from Veritas report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44752"/>
            <a:ext cx="4389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Current status: PULLBACK ONLY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Trend quality is strong, but price is pressing highs and current entry quality is poor. Wait for a disciplined pullback or a better-defined reset.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Current price $423.92 vs consensus target $412.95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Analyst rating: 1.7 - Buy</a:t>
            </a:r>
          </a:p>
        </p:txBody>
      </p:sp>
      <p:pic>
        <p:nvPicPr>
          <p:cNvPr id="5" name="Picture 4" descr="etn-pric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70432"/>
            <a:ext cx="6355080" cy="321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What matters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2646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Close</a:t>
            </a:r>
          </a:p>
          <a:p>
            <a:r>
              <a:rPr sz="2000" b="1">
                <a:solidFill>
                  <a:srgbClr val="111111"/>
                </a:solidFill>
              </a:rPr>
              <a:t>$423.92</a:t>
            </a:r>
          </a:p>
          <a:p>
            <a:r>
              <a:rPr sz="1000">
                <a:solidFill>
                  <a:srgbClr val="B94728"/>
                </a:solidFill>
              </a:rPr>
              <a:t>52-wk high $432.34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42646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Consensus target</a:t>
            </a:r>
          </a:p>
          <a:p>
            <a:r>
              <a:rPr sz="2000" b="1">
                <a:solidFill>
                  <a:srgbClr val="111111"/>
                </a:solidFill>
              </a:rPr>
              <a:t>$412.95</a:t>
            </a:r>
          </a:p>
          <a:p>
            <a:r>
              <a:rPr sz="1000">
                <a:solidFill>
                  <a:srgbClr val="B94728"/>
                </a:solidFill>
              </a:rPr>
              <a:t>28 analysts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142646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Current stance</a:t>
            </a:r>
          </a:p>
          <a:p>
            <a:r>
              <a:rPr sz="2000" b="1">
                <a:solidFill>
                  <a:srgbClr val="111111"/>
                </a:solidFill>
              </a:rPr>
              <a:t>PULLBACK ONLY</a:t>
            </a:r>
          </a:p>
          <a:p>
            <a:r>
              <a:rPr sz="1000">
                <a:solidFill>
                  <a:srgbClr val="B94728"/>
                </a:solidFill>
              </a:rPr>
              <a:t>Action status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4526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Business quality remains credible in Industrials / Specialty Industrial Machinery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Market cap $164.5B with 85.7% institutional ownership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Forward P/E ~27x and dividend yield 1.0%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Target upside currently -2.6%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090672"/>
            <a:ext cx="4389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20D / 50D / 200D: 389.3 / 375.6 / 361.2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Support / resistance: 343.5 / 424.5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Use the chart to decide timing, not the business story alone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Respect entry quality and opportunity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Historical Financial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Ticker-level revenue and EPS history</a:t>
            </a:r>
          </a:p>
        </p:txBody>
      </p:sp>
      <p:pic>
        <p:nvPicPr>
          <p:cNvPr id="4" name="Picture 3" descr="etn-history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70432"/>
            <a:ext cx="10698480" cy="4782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742432"/>
            <a:ext cx="10012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Use this slide to check whether the business trend supports the story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A good trend does not eliminate timing risk, but it does separate quality from hype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Technical and Action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Why the current verdict is what it 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1790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20D / 50D / 200D</a:t>
            </a:r>
          </a:p>
          <a:p>
            <a:r>
              <a:rPr sz="2000" b="1">
                <a:solidFill>
                  <a:srgbClr val="111111"/>
                </a:solidFill>
              </a:rPr>
              <a:t>389.3 / 375.6 / 361.2</a:t>
            </a:r>
          </a:p>
          <a:p>
            <a:r>
              <a:rPr sz="1000">
                <a:solidFill>
                  <a:srgbClr val="0D8A53"/>
                </a:solidFill>
              </a:rPr>
              <a:t>Trend posture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51790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Support / resistance</a:t>
            </a:r>
          </a:p>
          <a:p>
            <a:r>
              <a:rPr sz="2000" b="1">
                <a:solidFill>
                  <a:srgbClr val="111111"/>
                </a:solidFill>
              </a:rPr>
              <a:t>343.5 / 424.5</a:t>
            </a:r>
          </a:p>
          <a:p>
            <a:r>
              <a:rPr sz="1000">
                <a:solidFill>
                  <a:srgbClr val="3F3F3F"/>
                </a:solidFill>
              </a:rPr>
              <a:t>Recent range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151790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Action</a:t>
            </a:r>
          </a:p>
          <a:p>
            <a:r>
              <a:rPr sz="2000" b="1">
                <a:solidFill>
                  <a:srgbClr val="111111"/>
                </a:solidFill>
              </a:rPr>
              <a:t>PULLBACK ONLY</a:t>
            </a:r>
          </a:p>
          <a:p>
            <a:r>
              <a:rPr sz="1000">
                <a:solidFill>
                  <a:srgbClr val="B94728"/>
                </a:solidFill>
              </a:rPr>
              <a:t>Veritas action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Trend quality is strong, but price is pressing highs and current entry quality is poor. Wait for a disciplined pullback or a better-defined reset.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Ask whether the chart supports action now or only after a better setup forms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Keep the business case separate from the entry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15468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Upgrade only after cleaner trend structure or better entry quality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Downgrade if the setup deteriorates further or valuation support weakens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Use the deployment sheet for final portfolio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Decision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6362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Verdict</a:t>
            </a:r>
          </a:p>
          <a:p>
            <a:r>
              <a:rPr sz="2000" b="1">
                <a:solidFill>
                  <a:srgbClr val="111111"/>
                </a:solidFill>
              </a:rPr>
              <a:t>PULLBACK ONLY</a:t>
            </a:r>
          </a:p>
          <a:p>
            <a:r>
              <a:rPr sz="1000">
                <a:solidFill>
                  <a:srgbClr val="B94728"/>
                </a:solidFill>
              </a:rPr>
              <a:t>Current action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56362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Target upside</a:t>
            </a:r>
          </a:p>
          <a:p>
            <a:r>
              <a:rPr sz="2000" b="1">
                <a:solidFill>
                  <a:srgbClr val="111111"/>
                </a:solidFill>
              </a:rPr>
              <a:t>-2.6%</a:t>
            </a:r>
          </a:p>
          <a:p>
            <a:r>
              <a:rPr sz="1000">
                <a:solidFill>
                  <a:srgbClr val="B94728"/>
                </a:solidFill>
              </a:rPr>
              <a:t>Vs consensus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156362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Key level</a:t>
            </a:r>
          </a:p>
          <a:p>
            <a:r>
              <a:rPr sz="2000" b="1">
                <a:solidFill>
                  <a:srgbClr val="111111"/>
                </a:solidFill>
              </a:rPr>
              <a:t>343.5</a:t>
            </a:r>
          </a:p>
          <a:p>
            <a:r>
              <a:rPr sz="1000">
                <a:solidFill>
                  <a:srgbClr val="3F3F3F"/>
                </a:solidFill>
              </a:rPr>
              <a:t>Support to respect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160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ETN remains in active coverage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Trend quality is strong, but price is pressing highs and current entry quality is poor. Wait for a disciplined pullback or a better-defined reset.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Do not let a good story substitute for good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584448"/>
            <a:ext cx="39776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Use this deck as orientation, not as blind execution permission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Final deployment should still respect the written risk and trigger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